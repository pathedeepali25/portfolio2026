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xmlns=""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embeddedFontLst>
    <p:embeddedFont>
      <p:font typeface="Inter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xmlns="" Id="rId20" Type="http://schemas.openxmlformats.org/officeDocument/2006/relationships/font" Target="fonts/rId20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143375"/>
            <a:ext cx="33813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actually deserves to be in your line of sight all day?</a:t>
            </a:r>
            <a:endParaRPr lang="en-US" sz="1069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86313" y="0"/>
            <a:ext cx="4357688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600" y="609600"/>
            <a:ext cx="3381375" cy="1028700"/>
          </a:xfrm>
          <a:prstGeom prst="rect">
            <a:avLst/>
          </a:prstGeom>
          <a:noFill/>
          <a:ln/>
        </p:spPr>
      </p:sp>
      <p:sp>
        <p:nvSpPr>
          <p:cNvPr id="5" name="Text 2"/>
          <p:cNvSpPr/>
          <p:nvPr/>
        </p:nvSpPr>
        <p:spPr>
          <a:xfrm>
            <a:off x="609600" y="609600"/>
            <a:ext cx="3381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 Smart Glasses Companion App</a:t>
            </a:r>
            <a:endParaRPr lang="en-US" sz="2138" dirty="0"/>
          </a:p>
        </p:txBody>
      </p:sp>
      <p:sp>
        <p:nvSpPr>
          <p:cNvPr id="6" name="Text 3"/>
          <p:cNvSpPr/>
          <p:nvPr/>
        </p:nvSpPr>
        <p:spPr>
          <a:xfrm>
            <a:off x="609600" y="1409700"/>
            <a:ext cx="3381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Lenskart</a:t>
            </a:r>
            <a:endParaRPr lang="en-US" sz="128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433638"/>
            <a:ext cx="2667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 worked on</a:t>
            </a:r>
            <a:endParaRPr lang="en-US" sz="1710" dirty="0"/>
          </a:p>
        </p:txBody>
      </p:sp>
      <p:sp>
        <p:nvSpPr>
          <p:cNvPr id="3" name="Shape 1"/>
          <p:cNvSpPr/>
          <p:nvPr/>
        </p:nvSpPr>
        <p:spPr>
          <a:xfrm>
            <a:off x="4610100" y="1300163"/>
            <a:ext cx="3238500" cy="609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4610100" y="1300163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4610100" y="1604963"/>
            <a:ext cx="323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worked on the companion app for smart glasses and led the design end-to-end.</a:t>
            </a:r>
            <a:endParaRPr lang="en-US" sz="855" dirty="0"/>
          </a:p>
        </p:txBody>
      </p:sp>
      <p:sp>
        <p:nvSpPr>
          <p:cNvPr id="6" name="Shape 4"/>
          <p:cNvSpPr/>
          <p:nvPr/>
        </p:nvSpPr>
        <p:spPr>
          <a:xfrm>
            <a:off x="4610100" y="2262188"/>
            <a:ext cx="3238500" cy="609600"/>
          </a:xfrm>
          <a:prstGeom prst="rect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4610100" y="2262188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83" dirty="0"/>
          </a:p>
        </p:txBody>
      </p:sp>
      <p:sp>
        <p:nvSpPr>
          <p:cNvPr id="8" name="Text 6"/>
          <p:cNvSpPr/>
          <p:nvPr/>
        </p:nvSpPr>
        <p:spPr>
          <a:xfrm>
            <a:off x="4610100" y="2566988"/>
            <a:ext cx="323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 focus was simple, make this usable for someone who has never used something like this before.</a:t>
            </a:r>
            <a:endParaRPr lang="en-US" sz="855" dirty="0"/>
          </a:p>
        </p:txBody>
      </p:sp>
      <p:sp>
        <p:nvSpPr>
          <p:cNvPr id="9" name="Shape 7"/>
          <p:cNvSpPr/>
          <p:nvPr/>
        </p:nvSpPr>
        <p:spPr>
          <a:xfrm>
            <a:off x="4610100" y="3224213"/>
            <a:ext cx="3238500" cy="609600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4610100" y="3224213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83" dirty="0"/>
          </a:p>
        </p:txBody>
      </p:sp>
      <p:sp>
        <p:nvSpPr>
          <p:cNvPr id="11" name="Text 9"/>
          <p:cNvSpPr/>
          <p:nvPr/>
        </p:nvSpPr>
        <p:spPr>
          <a:xfrm>
            <a:off x="4610100" y="3529013"/>
            <a:ext cx="323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mainly worked on onboarding, Buddy (voice interaction), and core app flows.</a:t>
            </a:r>
            <a:endParaRPr lang="en-US" sz="85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433638"/>
            <a:ext cx="2667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Starting point</a:t>
            </a:r>
            <a:endParaRPr lang="en-US" sz="1710" dirty="0"/>
          </a:p>
        </p:txBody>
      </p:sp>
      <p:sp>
        <p:nvSpPr>
          <p:cNvPr id="3" name="Shape 1"/>
          <p:cNvSpPr/>
          <p:nvPr/>
        </p:nvSpPr>
        <p:spPr>
          <a:xfrm>
            <a:off x="4610100" y="1300163"/>
            <a:ext cx="3238500" cy="609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4610100" y="1300163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4610100" y="1604963"/>
            <a:ext cx="323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started by understanding what the business actually wanted to build.</a:t>
            </a:r>
            <a:endParaRPr lang="en-US" sz="855" dirty="0"/>
          </a:p>
        </p:txBody>
      </p:sp>
      <p:sp>
        <p:nvSpPr>
          <p:cNvPr id="6" name="Shape 4"/>
          <p:cNvSpPr/>
          <p:nvPr/>
        </p:nvSpPr>
        <p:spPr>
          <a:xfrm>
            <a:off x="4610100" y="2262188"/>
            <a:ext cx="3238500" cy="762000"/>
          </a:xfrm>
          <a:prstGeom prst="rect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4610100" y="2262188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83" dirty="0"/>
          </a:p>
        </p:txBody>
      </p:sp>
      <p:sp>
        <p:nvSpPr>
          <p:cNvPr id="8" name="Text 6"/>
          <p:cNvSpPr/>
          <p:nvPr/>
        </p:nvSpPr>
        <p:spPr>
          <a:xfrm>
            <a:off x="4610100" y="2566988"/>
            <a:ext cx="3238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we weren’t early here, Ray-Ban Meta smart glasses were already in the market, so expectations were already set.</a:t>
            </a:r>
            <a:endParaRPr lang="en-US" sz="855" dirty="0"/>
          </a:p>
        </p:txBody>
      </p:sp>
      <p:sp>
        <p:nvSpPr>
          <p:cNvPr id="9" name="Shape 7"/>
          <p:cNvSpPr/>
          <p:nvPr/>
        </p:nvSpPr>
        <p:spPr>
          <a:xfrm>
            <a:off x="4610100" y="3224213"/>
            <a:ext cx="3238500" cy="609600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4610100" y="3224213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83" dirty="0"/>
          </a:p>
        </p:txBody>
      </p:sp>
      <p:sp>
        <p:nvSpPr>
          <p:cNvPr id="11" name="Text 9"/>
          <p:cNvSpPr/>
          <p:nvPr/>
        </p:nvSpPr>
        <p:spPr>
          <a:xfrm>
            <a:off x="4610100" y="3529013"/>
            <a:ext cx="323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Can’t show detailed research data here due to NDA, but these are the key things that came out of it.</a:t>
            </a:r>
            <a:endParaRPr lang="en-US" sz="85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552575"/>
            <a:ext cx="3238500" cy="2033588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1552575"/>
            <a:ext cx="3238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product actually looks like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609600" y="2219325"/>
            <a:ext cx="3238500" cy="1366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the companion app that connects with the glasses.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handles everything, device pairing, gallery, settings, and how users interact with the glasses through the phone.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challenge here was not just features, but making sure nothing feels overwhelming.</a:t>
            </a:r>
            <a:endParaRPr lang="en-US" sz="1069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43550" y="461963"/>
            <a:ext cx="2054225" cy="421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690688"/>
            <a:ext cx="3238500" cy="1757363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1690688"/>
            <a:ext cx="32385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Usage (Gallery)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609600" y="2081212"/>
            <a:ext cx="3238500" cy="1366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what people actually come back for.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Capturing moments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Viewing and managing gallery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Had to keep this simple. No one wants to dig through menus for things they use daily.</a:t>
            </a:r>
            <a:endParaRPr lang="en-US" sz="1069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43550" y="461963"/>
            <a:ext cx="2054225" cy="421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397794"/>
            <a:ext cx="3238500" cy="2343150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1397794"/>
            <a:ext cx="32385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Making Buddy feel natural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609600" y="1788319"/>
            <a:ext cx="32385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big part was </a:t>
            </a:r>
            <a:pPr algn="l" indent="0" marL="0">
              <a:lnSpc>
                <a:spcPts val="1453"/>
              </a:lnSpc>
              <a:buNone/>
            </a:pPr>
            <a:r>
              <a:rPr lang="en-US" sz="1069" b="1" spc="-11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Buddy.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didn’t want it to feel like a command tool. It had to feel natural.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I focused on how conversations should work, when it listens, how it responds, and how much it speaks.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 small things like “Say Hey Buddy” needed to feel obvious, not awkward.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 how it works</a:t>
            </a:r>
            <a:endParaRPr lang="en-US" sz="1069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66888" y="3571875"/>
            <a:ext cx="152400" cy="1524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43550" y="461963"/>
            <a:ext cx="2054225" cy="421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900238"/>
            <a:ext cx="3238500" cy="1338263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43550" y="461963"/>
            <a:ext cx="2054225" cy="421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552575"/>
            <a:ext cx="3238500" cy="2033588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1552575"/>
            <a:ext cx="3238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+ Interaction (App as bridge)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609600" y="2219325"/>
            <a:ext cx="3238500" cy="1366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app is basically the bridge between user and glasses.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Settings and customization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Managing how the glasses behave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Controlling interactions through the phone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challenge here wasn’t adding features, it was making sure nothing feels overwhelming.</a:t>
            </a:r>
            <a:endParaRPr lang="en-US" sz="1069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43550" y="461963"/>
            <a:ext cx="2054228" cy="421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543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things broke</a:t>
            </a:r>
            <a:endParaRPr lang="en-US" sz="1710" dirty="0"/>
          </a:p>
        </p:txBody>
      </p:sp>
      <p:sp>
        <p:nvSpPr>
          <p:cNvPr id="3" name="Shape 1"/>
          <p:cNvSpPr/>
          <p:nvPr/>
        </p:nvSpPr>
        <p:spPr>
          <a:xfrm>
            <a:off x="595313" y="2024062"/>
            <a:ext cx="2443163" cy="120015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595313" y="2024062"/>
            <a:ext cx="24431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138" dirty="0"/>
          </a:p>
        </p:txBody>
      </p:sp>
      <p:sp>
        <p:nvSpPr>
          <p:cNvPr id="5" name="Text 3"/>
          <p:cNvSpPr/>
          <p:nvPr/>
        </p:nvSpPr>
        <p:spPr>
          <a:xfrm>
            <a:off x="595313" y="2443163"/>
            <a:ext cx="2443163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on, users were confused.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because the product was bad, but because this whole category is new.</a:t>
            </a:r>
            <a:endParaRPr lang="en-US" sz="1069" dirty="0"/>
          </a:p>
        </p:txBody>
      </p:sp>
      <p:sp>
        <p:nvSpPr>
          <p:cNvPr id="6" name="Shape 4"/>
          <p:cNvSpPr/>
          <p:nvPr/>
        </p:nvSpPr>
        <p:spPr>
          <a:xfrm>
            <a:off x="3343275" y="2024062"/>
            <a:ext cx="2443163" cy="1200150"/>
          </a:xfrm>
          <a:prstGeom prst="rect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3343275" y="2024062"/>
            <a:ext cx="24431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138" dirty="0"/>
          </a:p>
        </p:txBody>
      </p:sp>
      <p:sp>
        <p:nvSpPr>
          <p:cNvPr id="8" name="Text 6"/>
          <p:cNvSpPr/>
          <p:nvPr/>
        </p:nvSpPr>
        <p:spPr>
          <a:xfrm>
            <a:off x="3343275" y="2443163"/>
            <a:ext cx="2443163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who had used Ray-Ban Meta smart glasses picked it up faster.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But most users don’t come with that context.</a:t>
            </a:r>
            <a:endParaRPr lang="en-US" sz="1069" dirty="0"/>
          </a:p>
        </p:txBody>
      </p:sp>
      <p:sp>
        <p:nvSpPr>
          <p:cNvPr id="9" name="Shape 7"/>
          <p:cNvSpPr/>
          <p:nvPr/>
        </p:nvSpPr>
        <p:spPr>
          <a:xfrm>
            <a:off x="6091238" y="2024062"/>
            <a:ext cx="2443163" cy="1004887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6091238" y="2024062"/>
            <a:ext cx="24431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138" dirty="0"/>
          </a:p>
        </p:txBody>
      </p:sp>
      <p:sp>
        <p:nvSpPr>
          <p:cNvPr id="11" name="Text 9"/>
          <p:cNvSpPr/>
          <p:nvPr/>
        </p:nvSpPr>
        <p:spPr>
          <a:xfrm>
            <a:off x="6091238" y="2443163"/>
            <a:ext cx="2443163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Some just buy it out of curiosity.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we had to design for zero familiarity.</a:t>
            </a:r>
            <a:endParaRPr lang="en-US" sz="1069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276475"/>
            <a:ext cx="3238500" cy="585788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2276475"/>
            <a:ext cx="32385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actually helped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609600" y="2667000"/>
            <a:ext cx="323850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tutorials made a big difference.</a:t>
            </a:r>
            <a:endParaRPr lang="en-US" sz="1069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43550" y="461963"/>
            <a:ext cx="2054228" cy="421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983581"/>
            <a:ext cx="2900363" cy="117157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1983581"/>
            <a:ext cx="2900363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Instead of just explaining features, we guided users while they were using them.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reduced hesitation a lot. People felt more comfortable using both the app and the glasses.</a:t>
            </a:r>
            <a:endParaRPr lang="en-US" sz="1069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57650" y="609600"/>
            <a:ext cx="2054228" cy="42164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15088" y="609600"/>
            <a:ext cx="2054228" cy="421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433638"/>
            <a:ext cx="31432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Iterations</a:t>
            </a:r>
            <a:endParaRPr lang="en-US" sz="1710" dirty="0"/>
          </a:p>
        </p:txBody>
      </p:sp>
      <p:sp>
        <p:nvSpPr>
          <p:cNvPr id="3" name="Text 1"/>
          <p:cNvSpPr/>
          <p:nvPr/>
        </p:nvSpPr>
        <p:spPr>
          <a:xfrm>
            <a:off x="4610100" y="1857375"/>
            <a:ext cx="3238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wasn’t a one-shot design.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kept running UATs, fixing confusion points, simplifying flows.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lot of things looked good initially but didn’t help in real use, those had to go.</a:t>
            </a:r>
            <a:endParaRPr lang="en-US" sz="1283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433638"/>
            <a:ext cx="31432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 learned</a:t>
            </a:r>
            <a:endParaRPr lang="en-US" sz="1710" dirty="0"/>
          </a:p>
        </p:txBody>
      </p:sp>
      <p:sp>
        <p:nvSpPr>
          <p:cNvPr id="3" name="Text 1"/>
          <p:cNvSpPr/>
          <p:nvPr/>
        </p:nvSpPr>
        <p:spPr>
          <a:xfrm>
            <a:off x="4610100" y="1857375"/>
            <a:ext cx="3238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you’re designing for something new like this, clarity matters more than features.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DADBD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users don’t understand it in the first few minutes, they won’t stay long enough to see its value.</a:t>
            </a:r>
            <a:endParaRPr lang="en-US" sz="128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2026-05-20T06:11:47Z</dcterms:created>
  <dcterms:modified xsi:type="dcterms:W3CDTF">2026-05-20T06:11:47Z</dcterms:modified>
</cp:coreProperties>
</file>