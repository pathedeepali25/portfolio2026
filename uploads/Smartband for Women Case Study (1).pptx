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Inter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xmlns="" Id="rId19" Type="http://schemas.openxmlformats.org/officeDocument/2006/relationships/font" Target="fonts/rId1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Smartband for Women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health that women actually prioritise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worked on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20955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 smartband + app focused on women’s health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was simple Make it easy enough to use daily</a:t>
            </a:r>
            <a:endParaRPr lang="en-US" sz="12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69532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610100" y="1604963"/>
            <a:ext cx="323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take care of everything, except their own health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4610100" y="2262188"/>
            <a:ext cx="3238500" cy="69532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610100" y="2566988"/>
            <a:ext cx="323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Issues like Polycystic Ovary Syndrome are common but ignored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4610100" y="3224213"/>
            <a:ext cx="3238500" cy="500063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610100" y="3529013"/>
            <a:ext cx="32385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is often not a priority</a:t>
            </a:r>
            <a:endParaRPr lang="en-US" sz="10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693069"/>
            <a:ext cx="3238500" cy="17573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693069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(ground reality)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083594"/>
            <a:ext cx="32385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went to rural areas and spoke to women directly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data not shown due to NDA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PCOS and deficiencies were common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Meals were irregular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Health always came last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wasn’t just awareness, it was behaviour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approach</a:t>
            </a:r>
            <a:endParaRPr lang="en-US" sz="17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04925"/>
            <a:ext cx="2438400" cy="2952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57613" y="44481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health tracking</a:t>
            </a:r>
            <a:endParaRPr lang="en-US" sz="1283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2800" y="1304925"/>
            <a:ext cx="2438400" cy="30384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1050" y="4448175"/>
            <a:ext cx="20907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 reversal plan</a:t>
            </a:r>
            <a:endParaRPr lang="en-US" sz="12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747838"/>
            <a:ext cx="3238500" cy="16430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747838"/>
            <a:ext cx="323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(starting with their body)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414588"/>
            <a:ext cx="32385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don’t guess, we understand first</a:t>
            </a:r>
            <a:endParaRPr lang="en-US" sz="1069" dirty="0"/>
          </a:p>
          <a:p>
            <a:pPr algn="l" lvl="1" marL="6858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Blood reports</a:t>
            </a:r>
            <a:endParaRPr lang="en-US" sz="1069" dirty="0"/>
          </a:p>
          <a:p>
            <a:pPr algn="l" lvl="1" marL="6858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Identify actual issues</a:t>
            </a:r>
            <a:endParaRPr lang="en-US" sz="1069" dirty="0"/>
          </a:p>
          <a:p>
            <a:pPr algn="l" lvl="1" marL="6858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personalised reversal plan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generic advice, everything is specific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43375" y="298282"/>
            <a:ext cx="2319338" cy="476601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1750" y="300038"/>
            <a:ext cx="2290763" cy="4757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85950"/>
            <a:ext cx="3238500" cy="13668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85950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Reversal Plan (core module)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276475"/>
            <a:ext cx="32385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where change actually happens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Daily personalised tasks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Based on individual condition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Simple and easy to follow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overwhelming, just actionable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67753" y="461963"/>
            <a:ext cx="1922738" cy="421481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9473" y="461963"/>
            <a:ext cx="1922738" cy="42148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85950"/>
            <a:ext cx="3238500" cy="13668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85950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(keeping it simple)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276475"/>
            <a:ext cx="32385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Health, but without confusion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Shows overall state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Just “good” or “needs attention”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complex numbers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still tap to see detailed data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77147" y="461963"/>
            <a:ext cx="1922738" cy="421481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72299" y="333375"/>
            <a:ext cx="2349345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83581"/>
            <a:ext cx="3238500" cy="117157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983581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(safe space)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374106"/>
            <a:ext cx="3238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Talking about health is not easy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Human-like chatbot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Safe to share concerns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Gives guidance without judgment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41101" y="609600"/>
            <a:ext cx="1885801" cy="41338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43220" y="609600"/>
            <a:ext cx="1885801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788319"/>
            <a:ext cx="3238500" cy="15621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788319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(building habits)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178844"/>
            <a:ext cx="32385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comes from understanding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Asana and pranayam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Healthy recipes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Lifestyle guidance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Indian Vedic science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inspired by YouTube and Instagram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9840"/>
          <a:stretch/>
        </p:blipFill>
        <p:spPr>
          <a:xfrm>
            <a:off x="5586413" y="609600"/>
            <a:ext cx="2947988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2885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actually does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390900" y="1724025"/>
            <a:ext cx="2324100" cy="500063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3909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390900" y="2028825"/>
            <a:ext cx="23241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tracking health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390900" y="2800350"/>
            <a:ext cx="2324100" cy="500063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909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90900" y="3105150"/>
            <a:ext cx="23241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Simplicity makes it usable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6210300" y="1724025"/>
            <a:ext cx="2324100" cy="695325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2103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210300" y="2028825"/>
            <a:ext cx="2324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slowly makes women prioritise their own health</a:t>
            </a:r>
            <a:endParaRPr lang="en-US" sz="1069" dirty="0"/>
          </a:p>
        </p:txBody>
      </p:sp>
      <p:sp>
        <p:nvSpPr>
          <p:cNvPr id="12" name="Shape 10"/>
          <p:cNvSpPr/>
          <p:nvPr/>
        </p:nvSpPr>
        <p:spPr>
          <a:xfrm>
            <a:off x="6210300" y="2800350"/>
            <a:ext cx="2324100" cy="695325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2103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210300" y="3105150"/>
            <a:ext cx="2324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 change makes it valuable</a:t>
            </a:r>
            <a:endParaRPr lang="en-US" sz="106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1731169"/>
            <a:ext cx="5715000" cy="16859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714500" y="1731169"/>
            <a:ext cx="5715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doesn’t improve with data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1714500" y="2940844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improves with action</a:t>
            </a:r>
            <a:endParaRPr lang="en-US" sz="1283" dirty="0"/>
          </a:p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product tries to make that easier</a:t>
            </a:r>
            <a:endParaRPr lang="en-US" sz="12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2026-05-20T06:38:23Z</dcterms:created>
  <dcterms:modified xsi:type="dcterms:W3CDTF">2026-05-20T06:38:23Z</dcterms:modified>
</cp:coreProperties>
</file>